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83" r:id="rId1"/>
  </p:sldMasterIdLst>
  <p:notesMasterIdLst>
    <p:notesMasterId r:id="rId2"/>
  </p:notes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415"/>
    <p:restoredTop sz="87898"/>
  </p:normalViewPr>
  <p:slideViewPr>
    <p:cSldViewPr snapToGrid="0" snapToObjects="1">
      <p:cViewPr varScale="1">
        <p:scale>
          <a:sx n="97" d="100"/>
          <a:sy n="97" d="100"/>
        </p:scale>
        <p:origin x="30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371685-0C9B-F540-8D30-4937F75618F6}" type="datetimeFigureOut">
              <a:rPr kumimoji="1" lang="zh-CN" altLang="en-US" smtClean="0"/>
              <a:t>2020/5/16 Saturday</a:t>
            </a:fld>
            <a:endParaRPr kumimoji="1"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zh-CN" smtClean="0"/>
              <a:t>Click to edit Master text styles</a:t>
            </a:r>
          </a:p>
          <a:p>
            <a:pPr lvl="1"/>
            <a:r>
              <a:rPr kumimoji="1" lang="en-US" altLang="zh-CN" smtClean="0"/>
              <a:t>Second level</a:t>
            </a:r>
          </a:p>
          <a:p>
            <a:pPr lvl="2"/>
            <a:r>
              <a:rPr kumimoji="1" lang="en-US" altLang="zh-CN" smtClean="0"/>
              <a:t>Third level</a:t>
            </a:r>
          </a:p>
          <a:p>
            <a:pPr lvl="3"/>
            <a:r>
              <a:rPr kumimoji="1" lang="en-US" altLang="zh-CN" smtClean="0"/>
              <a:t>Fourth level</a:t>
            </a:r>
          </a:p>
          <a:p>
            <a:pPr lvl="4"/>
            <a:r>
              <a:rPr kumimoji="1" lang="en-US" altLang="zh-CN" smtClean="0"/>
              <a:t>Fifth level</a:t>
            </a:r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BEA2AB-1E40-A74A-A06B-458EE78154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6764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45415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2733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33582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93745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90936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5/16/2020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0274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5/16/2020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59117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5/16/2020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31177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6026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72521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93870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的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762170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91465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三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5/16/2020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20993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三栏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5/16/2020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45090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05395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35672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4491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84" r:id="rId1"/>
    <p:sldLayoutId id="2147483985" r:id="rId2"/>
    <p:sldLayoutId id="2147483986" r:id="rId3"/>
    <p:sldLayoutId id="2147483987" r:id="rId4"/>
    <p:sldLayoutId id="2147483988" r:id="rId5"/>
    <p:sldLayoutId id="2147483989" r:id="rId6"/>
    <p:sldLayoutId id="2147483990" r:id="rId7"/>
    <p:sldLayoutId id="2147483991" r:id="rId8"/>
    <p:sldLayoutId id="2147483992" r:id="rId9"/>
    <p:sldLayoutId id="2147483993" r:id="rId10"/>
    <p:sldLayoutId id="2147483994" r:id="rId11"/>
    <p:sldLayoutId id="2147483995" r:id="rId12"/>
    <p:sldLayoutId id="2147483996" r:id="rId13"/>
    <p:sldLayoutId id="2147483997" r:id="rId14"/>
    <p:sldLayoutId id="2147483998" r:id="rId15"/>
    <p:sldLayoutId id="2147483999" r:id="rId16"/>
    <p:sldLayoutId id="2147484000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离子">
  <a:themeElements>
    <a:clrScheme name="离子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离子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离子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145</TotalTime>
  <Words>0</Words>
  <Application>Microsoft Office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6" baseType="lpstr">
      <vt:lpstr>宋体</vt:lpstr>
      <vt:lpstr>Arial</vt:lpstr>
      <vt:lpstr>Calibri</vt:lpstr>
      <vt:lpstr>Century Gothic</vt:lpstr>
      <vt:lpstr>Wingdings 3</vt:lpstr>
      <vt:lpstr>离子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一种基于iOS平台的可以动态调整配置的输入法的设计和实现 </dc:title>
  <dc:creator>qinzhen xu</dc:creator>
  <cp:lastModifiedBy>大萝卜</cp:lastModifiedBy>
  <cp:revision>69</cp:revision>
  <dcterms:created xsi:type="dcterms:W3CDTF">2016-03-31T12:46:30Z</dcterms:created>
  <dcterms:modified xsi:type="dcterms:W3CDTF">2020-05-16T05:17:00Z</dcterms:modified>
</cp:coreProperties>
</file>