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0" r:id="rId2"/>
    <p:sldId id="55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D005FB-1F80-42D3-AAEF-86A4217B13FB}">
          <p14:sldIdLst>
            <p14:sldId id="520"/>
            <p14:sldId id="55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51937"/>
    <a:srgbClr val="4747BA"/>
    <a:srgbClr val="ADADE0"/>
    <a:srgbClr val="8484D1"/>
    <a:srgbClr val="015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E0AE3-C09A-FE4C-B384-56310A1D37A7}" v="32" dt="2020-07-01T12:32:3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0" autoAdjust="0"/>
    <p:restoredTop sz="88873" autoAdjust="0"/>
  </p:normalViewPr>
  <p:slideViewPr>
    <p:cSldViewPr snapToGrid="0">
      <p:cViewPr varScale="1">
        <p:scale>
          <a:sx n="85" d="100"/>
          <a:sy n="85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AFB0F-6192-48FE-99AC-AF225DC028A7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1677A-EDDD-4DA4-9464-453B9AC95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7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" altLang="zh-CN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12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" altLang="zh-CN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54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677A-EDDD-4DA4-9464-453B9AC957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3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58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4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3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51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97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1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9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06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54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8CED823-FFFD-4AA2-9092-D8FBE51CAEB8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30AF1C-CA8E-427B-9DBA-C8AB565AFF38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7E9C25-FEFC-4DB2-BBD6-EAB98C4DEA1E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A472F3E3-BF27-4214-96FF-F1674F8C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74159A29-4F5F-4065-934C-13F30643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Peng Wang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C0A00E8-DC77-4A26-A219-150776549D88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B78C344-5CA5-0040-BEE1-94109FE221CD}"/>
              </a:ext>
            </a:extLst>
          </p:cNvPr>
          <p:cNvSpPr txBox="1"/>
          <p:nvPr/>
        </p:nvSpPr>
        <p:spPr>
          <a:xfrm>
            <a:off x="415183" y="166469"/>
            <a:ext cx="679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容器集群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9D9062-D538-4E10-A387-AAFC9F1C80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CBDE027A-9753-BE4F-9E92-B646C7AB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pPr algn="ctr"/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2B51C0-B81C-3A41-85FB-793E0D6E284A}"/>
              </a:ext>
            </a:extLst>
          </p:cNvPr>
          <p:cNvSpPr txBox="1"/>
          <p:nvPr/>
        </p:nvSpPr>
        <p:spPr>
          <a:xfrm>
            <a:off x="4604871" y="1734565"/>
            <a:ext cx="6937555" cy="1895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单根输入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输出虚拟化（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SR-IOV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）技术允许一个物理设备（如网络接口卡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NIC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）表现为多个独立的虚拟设备，这些虚拟设备可以被虚拟机直接访问，从而提升利用率。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SR-IOV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创建的四张虚拟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RDMA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网卡如下图所示。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8F66C9A-3D0C-410A-A8D1-E219A9E13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871" y="3989517"/>
            <a:ext cx="7128720" cy="99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43812ED-92F9-49FD-804D-B3122E27C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4" y="1471271"/>
            <a:ext cx="4526927" cy="469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5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8CED823-FFFD-4AA2-9092-D8FBE51CAEB8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30AF1C-CA8E-427B-9DBA-C8AB565AFF38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7E9C25-FEFC-4DB2-BBD6-EAB98C4DEA1E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A472F3E3-BF27-4214-96FF-F1674F8C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74159A29-4F5F-4065-934C-13F30643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Peng Wang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C0A00E8-DC77-4A26-A219-150776549D88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B78C344-5CA5-0040-BEE1-94109FE221CD}"/>
              </a:ext>
            </a:extLst>
          </p:cNvPr>
          <p:cNvSpPr txBox="1"/>
          <p:nvPr/>
        </p:nvSpPr>
        <p:spPr>
          <a:xfrm>
            <a:off x="415183" y="166469"/>
            <a:ext cx="7834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容器集群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9D9062-D538-4E10-A387-AAFC9F1C80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CBDE027A-9753-BE4F-9E92-B646C7AB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pPr algn="ctr"/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D6530D4-DD0D-43A5-B057-52386E0A7E46}"/>
              </a:ext>
            </a:extLst>
          </p:cNvPr>
          <p:cNvSpPr txBox="1"/>
          <p:nvPr/>
        </p:nvSpPr>
        <p:spPr>
          <a:xfrm>
            <a:off x="678271" y="1723943"/>
            <a:ext cx="3804303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SR-IOV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RDMA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容器网络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编写</a:t>
            </a:r>
            <a:r>
              <a:rPr kumimoji="1"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DockerFile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构建镜像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创建容器，并测试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Ditto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638831-E84B-4F6F-BAA8-EDD3836990AC}"/>
              </a:ext>
            </a:extLst>
          </p:cNvPr>
          <p:cNvSpPr txBox="1"/>
          <p:nvPr/>
        </p:nvSpPr>
        <p:spPr>
          <a:xfrm>
            <a:off x="462897" y="5778718"/>
            <a:ext cx="9710286" cy="422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SR-IOV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搭建的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RDMA-Docker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集群：高效、可扩展、高可用性、资源隔离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215BB7-E3B4-441E-B8B4-B65EB3B7C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82" y="4192064"/>
            <a:ext cx="9489771" cy="13210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F084D10-5812-401B-BDF1-2523F0482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067" y="1216084"/>
            <a:ext cx="4729729" cy="271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8" name="矩形: 圆角 7"/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59D9062-D538-4E10-A387-AAFC9F1C8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8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49330</TotalTime>
  <Words>114</Words>
  <Application>Microsoft Office PowerPoint</Application>
  <PresentationFormat>宽屏</PresentationFormat>
  <Paragraphs>20</Paragraphs>
  <Slides>3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Constantia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zhouke</dc:creator>
  <cp:lastModifiedBy>子淇</cp:lastModifiedBy>
  <cp:revision>2611</cp:revision>
  <dcterms:created xsi:type="dcterms:W3CDTF">2019-02-21T08:55:55Z</dcterms:created>
  <dcterms:modified xsi:type="dcterms:W3CDTF">2024-06-03T15:51:43Z</dcterms:modified>
</cp:coreProperties>
</file>